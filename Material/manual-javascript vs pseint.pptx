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47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0624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3774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INTERACTIVO · JAVASCRIPT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lógica de PSeInt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código real en JavaScript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 · alert() · 100% archivos .js · sin una línea de HTML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Sublime Text  +  Consola del navegador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¡Bienvenido/a!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estás empezando de cero: ya sabés pensar como programador/a. Lo que cambia acá es la sintaxis, no la lógica.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y metodología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560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Sublime Text + Consola del navegador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1488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0" y="2240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Equivalencias PSeInt ↔ 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560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lógica, otra sintaxis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272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prompt()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5387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 y conversión de tipos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1272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5387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 y while con prompt()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0565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5171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parámetros y return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105656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0565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4197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5171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completo paso a paso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84064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8406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3040" y="51755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prácticos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4955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para resolver solo/a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Sublime Text?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escribías y ejecutabas en el mismo lugar. Ahora esas dos tareas se separan: Sublime Text edita, el navegador ejecuta.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y rápido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instantáneo, sin configuración compleja para empezar a escribir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37744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69748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 de sintaxis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8862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Colorea automáticamente palabras clave, textos y comentarios: leer código se vuelve más fácil.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377440"/>
            <a:ext cx="342900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69748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distracciones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8862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simple, enfocada solo en escribir y organizar tus archivos .js.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 Sublime Text = donde escribo el código  ·  Navegador = donde lo ejecuto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aclaración antes de arrancar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.js NO se ejecuta solo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seguridad, los navegadores solo ejecutan JavaScript vinculado a un documento HTML. Si abrís un .js suelto con doble clic, el navegador muestra el código como texto plano — ningún prompt() ni alert() va a aparecer.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real: la Consola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forma de trabajar exclusivamente con archivos .js, sin escribir una sola línea de HTML: la Consola del navegador (DevTools). Ahí pegamos y ejecutamos todo nuestro código durante este manual.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3434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29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526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F12  →  pestaña “Console”  →  pegar código  →  Enter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puede pedir escribir "allow pasting" la primera vez: es normal.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trabajo, paso a paso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un archivo .js en Sublime Text (ej. ejercicio1.js) con tu código.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81528" y="2148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91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42291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Consola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en el navegador → pestaña “Console”. No hace falta ningún HTML.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24728" y="2148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723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9723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y pegar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Seleccioná todo en Sublime (Ctrl+A, Ctrl+C) y pegalo en la Consola.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67928" y="2148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7782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550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0" y="3429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Presioná Enter: prompt() y alert() aparecen de inmediato en pantalla.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Ciclo que vas a repetir todo el curso: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Editar en Sublime  →  Guardar  →  Copiar todo  →  Pegar en la Consola  →  Enter  →  Ver el resultado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· Abrir con el navegador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Consola no es la única forma. Con un archivo “loader” que armás una sola vez, después simplemente hacés doble clic para ejecutar.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E9ECF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· Consola (ya vista)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· Abrir con el navegador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587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2587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2587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404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 src="saludo.js"&gt;&lt;/script&gt;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1091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smtClean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</a:t>
            </a:r>
            <a:r>
              <a:rPr lang="en-US" sz="1100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se crea UNA sola vez y nunca se edita. Solo cambiás el nombre del .js del src según el ejercicio.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42316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querés probar: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246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Editá y guardá tu .js en Sublime Text.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904488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04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 en ejecutar.html (o F5 si ya está abierto).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562856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45628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prompt() y alert() aparecen apenas carga la página.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26694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Recordá: un .js suelto sigue sin ejecutarse solo. Este loader es lo que hace que “abrir con el navegador” funcione de verdad.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Saludo con nombre y edad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archivo .js, probado de las dos formas que ya conocés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498080" cy="4983480"/>
          </a:xfrm>
          <a:prstGeom prst="roundRect">
            <a:avLst>
              <a:gd name="adj" fmla="val 220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4904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07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saludo.js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69494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Pedimos el nombre del usuario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prompt("¿Cuál es tu nombre?");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Pedimos la edad (llega como texto: hay que convertirla)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Number(prompt("¿Cuántos años tenés?"));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Armamos el saludo combinando texto y número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alert("¡Hola " + nombre + "! Tenés " + edad + " años. ¡Un gusto saludarte!");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0" y="1325880"/>
            <a:ext cx="3200400" cy="4983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Probalo </a:t>
            </a: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2 formas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1965960"/>
            <a:ext cx="28346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Por Consola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Copiá todo (Ctrl+A, Ctrl+C) y pegalo en la Consola (F12). Enter.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Por archivo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ejecutar.html apuntando a saludo.js, doble clic sobre ejecutar.html.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Equivalencias: PSeInt vs. JavaScript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 que ya conocés. Solo cambian las palabras y los símbolos.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Definir nombre Como Cadena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 nombre;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dato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Leer nombre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 nombre = prompt("...");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en pantalla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Escribir "Hola", nombre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alert("Hola " + nombre);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 ... Entonces ... FinSi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(...) { ...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Selección múltiple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Según opcion Hacer ... FinSegun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 (opcion) { case: ... break;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Bucle mientras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Mientras cond Hacer ... FinMientras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(cond) { ...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Funcion r = Sumar(a,b) ... FinFuncion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function sumar(a,b){ return a+b;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entrada de datos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const, prompt() y alert() — la base de todo programa interactivo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variables y hablar con el usuario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y  const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2496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496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496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51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25;    // PUEDE cambiar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3.1416; // NO puede cambiar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 práctica: si vas a leer un dato con prompt() y guardarlo, usá let. Si es un valor fijo, usá const.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PSeInt, no hace falta declarar el tipo (Cadena, Entero): JS lo detecta solo (tipado dinámico).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  y  alert()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prompt("mensaje")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 dato al usuario. Equivale a Leer.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alert("mensaje")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un mensaje. Equivale a Escribir.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4160520"/>
            <a:ext cx="4846320" cy="1463040"/>
          </a:xfrm>
          <a:prstGeom prst="roundRect">
            <a:avLst>
              <a:gd name="adj" fmla="val 75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47688" y="4325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4325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0024" y="4325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4805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prompt("¿Cómo te llamas?");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alert("Bienvenido/a, " + nombre);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prompt() siempre devuelve texto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más importante de este módulo — y la trampa #1 de todo principiante.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39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039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039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56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n1 = prompt("Primer número:");  // "5"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n2 = prompt("Segundo número:"); // "3"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alert(n1 + n2); // ¡"53"! Se pegan los textos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233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4233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" y="4233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050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solucion.js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4526280"/>
            <a:ext cx="51937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n1 = Number(prompt("Primer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 //(</a:t>
            </a:r>
            <a:r>
              <a:rPr lang="en-US" sz="1250" dirty="0" err="1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3)</a:t>
            </a:r>
            <a:endParaRPr lang="en-US" sz="1250" dirty="0"/>
          </a:p>
          <a:p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n2 = Number(prompt("Segundo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:"));//(</a:t>
            </a:r>
            <a:r>
              <a:rPr lang="en-US" sz="1250" dirty="0" err="1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alert(n1 + n2); // 8  -&gt; ¡correcto!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0352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o 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Number("3.5") → 3.5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parseInt()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(descarta decimales)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parseInt("3.5") →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parseFloat()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explícito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parseFloat("3.5") → 3.5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309360" y="4800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4956048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esto era invisible: el intérprete lo resolvía solo. En JS, vos sos responsable de convertir el dato.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· Saludo personalizado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680960" cy="521208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61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61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61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789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ejemplo1.js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7132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Pedimos el nombre. prompt() devuelve texto (String).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prompt("¿Cuál es tu nombre?");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Pedimos la edad (también llega como texto).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edadTexto = prompt("¿Cuántos años tenés?");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Convertimos la edad a número para poder operar.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Number(edadTexto);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Calculamos el año de nacimiento aproximado.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anioNacimiento = 2026 - edad;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Mostramos el resultado (+ concatena texto y número).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alert("Hola " + nombre + ", naciste en " + anioNacimiento);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0" y="1097280"/>
            <a:ext cx="3017520" cy="52120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Para probar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1737360"/>
            <a:ext cx="2651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el archivo, copiá todo (Ctrl+A, Ctrl+C) y pegalo en la Consola del navegador (F12) para verlo funcionar.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Notá el uso de + para unir textos y números en un solo mensaje.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Suma: incorrecta vs. correcta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680960" cy="521208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61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61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61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789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ejemplo2.js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7132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Versión INCORRECTA (solo para comparar) ---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prompt("Ingresá el primer número:");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prompt("Ingresá el segundo número:");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alert(a + b);  -&gt; concatenaría: "5" + "3" = "53"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Versión CORRECTA 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</a:t>
            </a:r>
            <a:r>
              <a:rPr lang="en-US" sz="1250" dirty="0" err="1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</a:p>
          <a:p>
            <a:pPr>
              <a:lnSpc>
                <a:spcPct val="112000"/>
              </a:lnSpc>
            </a:pP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Number(prompt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Ingresá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primer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Number(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Ingresá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</a:t>
            </a: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err="1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250" dirty="0" smtClean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>
              <a:solidFill>
                <a:srgbClr val="7FB37A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</a:t>
            </a:r>
            <a:r>
              <a:rPr lang="en-US" sz="1250" dirty="0" err="1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smtClean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numA = Number(a); // convertimos a número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 = Number(b); // ídem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suma = numA + numB; // ahora sí es matemática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alert("La suma es: " + suma);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0" y="1097280"/>
            <a:ext cx="3017520" cy="52120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Trampa común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1737360"/>
            <a:ext cx="2651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ambas versiones ayuda a visualizar el error de concatenación antes de aplicar la solución.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error #1 de quienes recién llegan de PSeInt.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control de flujo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else, switch y while — decisiones y repeticiones con prompt()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y operadores lógicos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condicionales.js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Number(prompt("Ingresá tu edad:"));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alert("Sos mayor de edad.");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(edad &gt;= 13)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alert("Sos adolescente.");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alert("Sos menor de edad.");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00200"/>
          <a:ext cx="4389120" cy="1691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ambas verdaderas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223760" y="34747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3566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Para comparar valores se usa === (triple igual), no un solo =, que es de asignación.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23760" y="4526280"/>
            <a:ext cx="438912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24928" y="4690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13"/>
          <p:cNvSpPr/>
          <p:nvPr/>
        </p:nvSpPr>
        <p:spPr>
          <a:xfrm>
            <a:off x="7626096" y="4690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7827264" y="4690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4507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logicos.js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52360" y="48920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 &amp;&amp; entrada === "si")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alert("Podés ingresar.");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 alert("No cumplís."); }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múltiple: switch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Según...Hacer...FinSegun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217920" cy="41148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switch-dias.js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dia = Number(prompt("Día (1 al 7):"));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nombreDia;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(dia)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nombreDia = "Lunes";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nombreDia = "Martes";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casos 3 a 6 ...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7: nombreDia = "Domingo";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nombreDia = "Inválido";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alert("Día: " + nombreDia);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 importancia del break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60604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cada opción de Según se evalúa de forma independiente: corta automáticamente.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JS NO es automático. Sin break, el código sigue ejecutando los case siguientes aunque no coincidan ("fall-through").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break le dice a JS: “ya encontré la opción correcta, salí del switch”.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while para validar entradas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Mientras...Hacer...FinMientras — ideal para repetir una pregunta hasta recibir un dato válido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680960" cy="4983480"/>
          </a:xfrm>
          <a:prstGeom prst="roundRect">
            <a:avLst>
              <a:gd name="adj" fmla="val 220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4904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075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validacion-while.js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71323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 = Number(prompt("Ingresá un número mayor a 0:"));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(numero &lt;= 0)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alert("Valor incorrecto. Debe ser mayor a 0.");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Number(prompt("Ingresá un número mayor a 0:"));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alert("¡Gracias! Ingresaste: " + numero);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0" y="1325880"/>
            <a:ext cx="3017520" cy="4983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Patrón clave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0" y="1965960"/>
            <a:ext cx="2651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pregunta una vez fuera del bucle, y dentro del while se vuelve a preguntar si la condición de error se sigue cumpliendo.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de validación que ya usabas en PSeInt.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parámetros y return — reutilizando lógica con prompt() y alert()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una función y usar return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resultado = a + b;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resultado;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3520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 para declarar (como Funcion en PSeInt).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40233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que recibe (entradas de la función).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26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4526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valor a quien la llamó (como resultado = en PSeInt).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usamos siempre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prompt() por fuera de la función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 datos se pasan como argumentos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 función calcula y hace return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alert() muestra lo que devolvió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023360"/>
            <a:ext cx="484632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47688" y="4187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6"/>
          <p:cNvSpPr/>
          <p:nvPr/>
        </p:nvSpPr>
        <p:spPr>
          <a:xfrm>
            <a:off x="6848856" y="4187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7050024" y="4187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3434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 return a + b;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n1 = Number(prompt("N1:"));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n2 = Number(prompt("N2:"));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alert("Resultado: " + sumar(n1, n2));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ejemplos progresivos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area-rectangulo.js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Recibe base y altura, devuelve el área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calcularArea(base, altura)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 altura;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base = Number(prompt("Base:"));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altura = Number(prompt("Altura:"));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area = calcularArea(base, altura);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alert("El área es: " + area);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7570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par-impar.js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Recibe un número, devuelve un texto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esParOImpar(numero)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(numero % 2 === 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"par";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"impar";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 = Number(prompt("Número:"));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tipo = esParOImpar(n);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alert("El número " + n + " es " + tipo);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de ahorro con menú, prompt(), while, switch, funciones y alert() — todo junto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menú de caja de ahorro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archivo caja-de-ahorro.js que combina todo lo aprendido. Lo vamos a construir en 3 etapas: probando en la Consola después de cada una.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opciones y montos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53512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menú hasta elegir Salir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21224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 el flujo según la opción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51776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51776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88936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Depositar, retirar, consultar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19488" y="2286000"/>
            <a:ext cx="2084832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9619488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56648" y="320040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cada resultado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base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con while + switch, todavía con alert() de prueba.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5720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con funciones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056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las pruebas por funciones reales que actualizan el saldo.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5720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Agregamos while internos para evitar montos inválidos.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→ B: del esqueleto a las funciones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caja-de-ahorro.js — Paso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opcion = "0";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(opcion !== "4")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opcion = prompt(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"1.Saldo 2.Depositar 3.Retirar 4.Salir"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(opcion)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"1": alert("Consultar saldo");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"2": alert("Depositar");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"3": alert("Retirar");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"4": alert("Saliendo..."); break;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alert("Opción inválida");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7570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caja-de-ahorro.js — Paso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saldo = 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depositar(saldoActual)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monto = Number(prompt("¿Cuánto?"));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nuevoSaldo = saldoActual + monto;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alert("Nuevo saldo: $" + nuevoSaldo);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nuevoSaldo;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retirar() y consultarSaldo() son similares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dentro del switch: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case "2": saldo = depositar(saldo); break;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C · Repetición y validaciones con while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de validación del Módulo 2, ahora dentro de una función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680960" cy="4983480"/>
          </a:xfrm>
          <a:prstGeom prst="roundRect">
            <a:avLst>
              <a:gd name="adj" fmla="val 220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4904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075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caja-de-ahorro.js — Paso C (final)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71323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retirar(saldoActual)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monto = Number(prompt("¿Cuánto querés retirar?"));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Validación: no negativo ni mayor al saldo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(monto &lt;= 0 || monto &gt; saldoActual)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alert("Monto inválido. Máximo: $" + saldoActual);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monto = Number(prompt("¿Cuánto querés retirar?"));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nuevoSaldo = saldoActual - monto;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alert("Retiro realizado. Nuevo saldo: $" + nuevoSaldo);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nuevoSaldo;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depositar() se valida de forma equivalente (monto &gt; 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0" y="1325880"/>
            <a:ext cx="3017520" cy="4983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0" y="1965960"/>
            <a:ext cx="2651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tenés un programa completo en un único archivo .js, sin usar HTML en ningún momento: entrada de datos, control de flujo, funciones y validación.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programar!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tenés todo lo necesario para escribir programas interactivos en JavaScript usando prompt() y alert(), editando en Sublime Text y ejecutando directamente en la Consola del navegador.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9692640" cy="137160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El ciclo de trabajo, siempre: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Escribir  →  Guardar  →  Copiar todo  →  Pegar en la Consola  →  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2955</Words>
  <Application>Microsoft Office PowerPoint</Application>
  <PresentationFormat>Panorámica</PresentationFormat>
  <Paragraphs>487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NZEBALLOS</cp:lastModifiedBy>
  <cp:revision>3</cp:revision>
  <dcterms:created xsi:type="dcterms:W3CDTF">2026-08-11T11:02:25Z</dcterms:created>
  <dcterms:modified xsi:type="dcterms:W3CDTF">2026-09-30T14:29:14Z</dcterms:modified>
</cp:coreProperties>
</file>