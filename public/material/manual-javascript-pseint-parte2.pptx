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206240"/>
            <a:ext cx="3291840" cy="329184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0" y="23774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INTERACTIVO · JAVASCRIPT · PARTE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 for, Arreglos y tu primer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 datos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Continuación de “De la lógica de PSeInt al código real en JavaScript”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64008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prompt() · alert() · IDE libre + index.html · sin funciones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aprender ahora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sabés declarar variables, leer con prompt(), decidir con if/switch y repetir con while. Ahora vas a sumar más formas de repetir y a guardar y editar muchos datos juntos.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227685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actual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508760" y="26426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IDE + loader index.html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14884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178040" y="227685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Bucles: for y do-while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78040" y="264261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Repetición controlada y validación garantizada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4612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337413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(Arrays)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508760" y="373989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 Dimension / Vectores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24612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78040" y="337413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arreglos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178040" y="373989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modificar, eliminar y buscar por clave (DNI)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47141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Proyecto: Control de Notas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08760" y="483717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+ arreglo + cálculos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343400"/>
            <a:ext cx="53949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34340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78040" y="447141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prácticos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178040" y="4837176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resueltos paso a paso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 cambiamos de método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que la Consola esté mal: a partir de acá los programas son más largos, y este método es más cómodo para iterar rápido.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E9ECF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(lo que usábamos)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Cómoda para ejercicios cortos de una sola pantalla.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Incómoda para programas largos: cada cambio obliga a copiar y pegar todo de nuevo.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94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+ index.html (de acá en más)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74320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Cualquier editor sirve: Sublime Text, VS Code, o el que ya tengas.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archivo index.html fijo carga el .js automáticamente.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Ideal para programas con bucles, arreglos y menús largos como los que vienen.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index.html: se crea una sola vez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lang="es"&gt;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&lt;title&gt;Control de Notas&lt;/title&gt;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 src="app.js"&gt;&lt;/script&gt;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2377440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377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86600" y="233172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Creá index.html y app.js en la misma carpeta, con cualquier IDE.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3090672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090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3044952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y guardá todo tu código en app.js.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803904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803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86600" y="3758184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Abrí index.html con doble clic (o "Abrir con el navegador" desde tu IDE).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517136"/>
            <a:ext cx="438912" cy="43891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517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447141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ver cambios: guardá app.js y recargá la pestaña (F5).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527608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Mismo principio de siempre: editor separado del navegador. Ahora el loader queda fijo y ya no se edita más.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 for y do-while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una cantidad exacta de veces, o hasta que se cumpla una condición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del for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anatomia-for.js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alert("Vuelta número " + i);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i =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0280" y="33375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— valor inicial del contador (se ejecuta una sola vez).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593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&lt;=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39593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— se evalúa antes de cada vuelta; mientras sea verdadera, el bucle sigue.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58114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8114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458114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— se ejecuta al final de cada vuelta (equivale a i = i + 1).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00200"/>
          <a:ext cx="5303520" cy="128016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 i &lt;- 1 Hasta 5 Con Paso 1 Hacer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 (let i = 1; i &lt;= 5; i++) {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FinPara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}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309360" y="306324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0B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32461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 las 3 partes (inicio, límite, paso) están separadas en palabras.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JS están juntas en una sola línea, separadas por punto y coma.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Repetir una pregunta N veces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58952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repetir.js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0408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Pedimos cuántas veces se repite el saludo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 = Number(prompt("¿Cuántas veces querés saludar?"));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for repite exactamente "n" veces, controlado por i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n;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alert("Hola número " + i + " de " + n);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alert("Listo, se repitió " + n + " veces.");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1051560"/>
            <a:ext cx="3108960" cy="5257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0" y="1691640"/>
            <a:ext cx="2743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while, en el for el contador se declara, se compara y se actualiza en la misma línea.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ideal cuando ya sabés cuántas veces se repite algo.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 do...while (Repetir)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do-while.js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este bloque se ejecuta primero,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sin importar la condición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(condicion);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 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5204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que se ejecuta SIEMPRE al menos una vez, antes de preguntar nada.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14223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422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(condicion)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414223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DESPUÉS de ejecutar el bloque. Si es verdadera, se repite.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6402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47640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while normal, el do-while termina con punto y coma.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00200"/>
          <a:ext cx="5303520" cy="128016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Repetir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 {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Hasta Que condicion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} while (!condicion);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6309360" y="306324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0B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32461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 con la lógica invertida: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PSeInt repite HASTA QUE la condición se cumpla (se detiene cuando es verdadera).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repite MIENTRAS la condición sea verdadera (se detiene cuando es falsa). Al traducir, la condición se niega.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vs. do-while: la diferencia en la práctica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5819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con-while.js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6596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 = -1; // truco: arrancamos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// con un valor inválido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(numero &lt;= 0)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Number(prompt("Número &gt; 0:"));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alert("Ingresaste: " + numero);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7647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74536" y="17647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75704" y="17647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581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con-do-while.js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19659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Number(prompt("Número &gt; 0:"));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(numero &lt;= 0);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alert("Ingresaste: " + numero);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 while necesitás inicializar la variable con un valor "trampa" para poder entrar al bucle la primera vez. Con do-while no hace falta: el bloque se ejecuta sí o sí antes de preguntar nada.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(Arrays)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muchos datos bajo un mismo nombre — el equivalente a Dimension y Vectores de PSeInt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Dimension a Array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PSeInt, para guardar varios valores relacionados usabas Dimension (un vector). En JS, la estructura equivalente es el array, y se declara con corchetes [ ].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1554480"/>
        </p:xfrm>
        <a:graphic>
          <a:graphicData uri="http://schemas.openxmlformats.org/drawingml/2006/table">
            <a:tbl>
              <a:tblPr/>
              <a:tblGrid>
                <a:gridCol w="5486400"/>
                <a:gridCol w="55778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Dimension notas[30] Como Entero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 notas = [];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(tamaño fijo, definido al declarar)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(tamaño dinámico, crece solo)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notas[1] &lt;- 8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notas[0] = 8;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463040" y="406908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más importante: PSeInt suele indexar desde 1. JavaScript SIEMPRE indexa desde 0. El primer elemento de cualquier array es arreglo[0], nunca arreglo[1].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índice 0 y .length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6002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600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331720" y="2587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6002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600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40480" y="2587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6002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1600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49240" y="2587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62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índice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737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notas = [8, 6, 10, 4];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23774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notas[0] → primer elemento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notas[3] → último elemento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11064240" cy="3108960"/>
          </a:xfrm>
          <a:prstGeom prst="roundRect">
            <a:avLst>
              <a:gd name="adj" fmla="val 3529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2278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" y="32278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1152144" y="32278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04495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indice-length.js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429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notas = [8, 6, 10, 4];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alert(notas[0]);        // 8   -&gt; primer elemento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alert(notas[3]);        // 4   -&gt; último elemento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alert(notas.length);    // 4   -&gt; cantidad total de elementos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alert(notas[notas.length - 1]); // 4 -&gt; forma segura de pedir "el último"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datos del usuario, uno por uno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58952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carga-arreglo.js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0408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cantidad = Number(prompt("¿Cuántos números vas a cargar?"));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numeros = [];   // arreglo vacío al principio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contador = 0;   // cuenta cuántos ya cargamos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cantidad)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valor = Number(prompt("Núm " + (contador + 1) + ":"));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numeros[contador] = valor;   // se guarda en la posición "contador"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contador + 1;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alert("¡Cargaste " + numeros.length + " números!");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1051560"/>
            <a:ext cx="3108960" cy="5257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0" y="1691640"/>
            <a:ext cx="2743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while (no for) porque la carga depende de una condición de progreso (contador &lt; cantidad) construida con prompt() en cada vuelta.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patrón de validación que ya conocés.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todos los elementos con for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589520" cy="4617720"/>
          </a:xfrm>
          <a:prstGeom prst="roundRect">
            <a:avLst>
              <a:gd name="adj" fmla="val 237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recorrer-arreglo.js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0408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numeros = [12, 45, 3, 78, 20];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numeros.length;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alert("Posición " + i + ": " + numeros[i]);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1051560"/>
            <a:ext cx="3108960" cy="46177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Patrón clave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0" y="1691640"/>
            <a:ext cx="2743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(let i = 0; i &lt; arreglo.length; i++)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en 0, sigue mientras i sea menor a .length, y usa arreglo[i] para leer cada posición.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Carga → while   ·   Recorrido → for.  Es la combinación que vas a usar en el proyecto integrador.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Agregar, modificar y eliminar elementos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permite modificar un arreglo después de creado. En PSeInt esto requería mover manualmente los datos con bucles; en JS el arreglo se reacomoda solo.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  <a:gridCol w="2834640"/>
              </a:tblGrid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push(valor)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 un elemento AL 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notas.push(8);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pop()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Quita el ÚLTIMO elemento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notas.pop();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unshift(valor)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 un elemento AL PRINCIPIO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notas.unshift(10);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Quita el PRIMER elemento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notas.shift();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arreglo[i] = valor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el elemento de la posición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notas[2] = 9;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splice(i, cant)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QUITA "cant" elementos desde la posición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28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notas.splice(1, 2);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F4E5"/>
          </a:solidFill>
          <a:ln w="12700">
            <a:solidFill>
              <a:srgbClr val="F3D9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4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Estos métodos son propios de JS: no tienen un comando equivalente directo en PSeInt.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· Lista de tareas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58952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0408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tareas = [];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cantidad = Number(prompt("¿Cuántas tareas vas a cargar?"));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contador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cantidad)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tareas.push(prompt("Tarea " + (contador + 1) + ":"));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contador + 1;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alert("Cargaste " + tareas.length + " tareas.");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Agregar una tarea más al final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tareas.push(prompt("¿Otra tarea para agregar?"));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Modificar la primera tarea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tareas[0] = prompt("Reescribí la primera tarea:");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Eliminar la última tarea cargada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tareas.pop();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alert("Ahora tenés " + tareas.length + " tareas.");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1051560"/>
            <a:ext cx="3108960" cy="5257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0" y="1691640"/>
            <a:ext cx="274320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para agregar, arreglo[i] = valor para modificar, pop() para eliminar el último.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sin usar function, igual que el resto del módulo.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 de objetos: clave y valor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ahora guardamos valores sueltos. También se puede guardar información completa por persona (DNI, nombre, nota) usando objetos dentro del arreglo — el equivalente a un Registro en PSeInt.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246120"/>
          </a:xfrm>
          <a:prstGeom prst="roundRect">
            <a:avLst>
              <a:gd name="adj" fmla="val 3380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2677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22677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2677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084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arreglo-objetos.js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5760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alumnos =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dni: "40111222", nombre: "Ana", nota: 8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dni: "40333444", nombre: "Juan", nota: 6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alert(alumnos[0].nombre);  // "Ana"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alert(alumnos[1].dni);     // "40333444"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alert(alumnos[0].nota);    // 8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40880" y="2103120"/>
            <a:ext cx="4572000" cy="3246120"/>
          </a:xfrm>
          <a:prstGeom prst="roundRect">
            <a:avLst>
              <a:gd name="adj" fmla="val 2817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0" y="2788920"/>
            <a:ext cx="40233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clave: valor, ... }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del arreglo es un objeto entre llaves, con pares clave: valor separados por coma.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alumnos[i].dni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accede a cada dato con un punto, igual que a un campo de Registro en PSeInt.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532120"/>
          <a:ext cx="11064240" cy="73152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PSeInt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Registro persona ... FinRegistro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let alumnos = [ { dni:.., nombre:.. }, ... ];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DNI y modificar solo ese registro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49808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buscar-modificar.js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69494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dniBuscado = prompt("Ingresá el DNI a modificar:");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encontrado = false;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alumnos.length;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(alumnos[i].dni === dniBuscado)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nombre = alumnos[i].nombre;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nuevaNota = Number(prompt("Nota para " + nombre + ":"));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alumnos[i].nota = nuevaNota;  // modificamos SOLO ese objeto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encontrado = true;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alert("Nota actualizada correctamente.");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 // ya lo encontramos, no hace falta seguir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(!encontrado)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alert("No se encontró ningún alumno con ese DNI.");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0" y="1051560"/>
            <a:ext cx="3200400" cy="5257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1691640"/>
            <a:ext cx="28346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 recorre buscando una coincidencia exacta (===) con el DNI.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encontrarla, modificamos solo esa posición (alumnos[i].nota = ...) y usamos break para cortar la búsqueda.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patrón que usarías en PSeInt para buscar en un vector de registros.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Notas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menú real con while, switch, un arreglo y for para calcular suma, promedio y nota máxima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vamos a construir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archivo app.js con un menú que se repite hasta elegir Salir, y un arreglo de notas que se carga una vez y se consulta las veces que haga falta.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el menú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22860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816352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53512" y="320040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 las opciones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22860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arreglo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21224" y="320040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las notas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51776" y="22860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51776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88936" y="320040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y calcular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19488" y="2286000"/>
            <a:ext cx="2084832" cy="182880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9619488" y="2606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56648" y="320040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resultados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+ carga de notas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menú y carga de notas en el arreglo, con validación 0–10.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44348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notas y promedio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8056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arreglo con for y cálculo del promedio del curso.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4348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máxima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con for e if para encontrar y mostrar la nota más alta.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Estructura del menú y carga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5532120"/>
          </a:xfrm>
          <a:prstGeom prst="roundRect">
            <a:avLst>
              <a:gd name="adj" fmla="val 1983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0789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0789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0789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89611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— Paso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0515600" cy="489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notas = [];  // vive fuera del while: persiste entre opciones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opcion = "0";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(opcion !== "5")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opcion = prompt("1.Cargar 2.Ver 3.Promedio 4.Máxima 5.Salir");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(opcion)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"1":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let cantidad = Number(prompt("¿Cuántas notas?"));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notas = [];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let contador = 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while (contador &lt; cantidad)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nota = Number(prompt("Nota " + (contador + 1) + ":"));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(nota &lt; 0 || nota &gt; 10)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alert("Nota inválida (0 a 10).");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nota = Number(prompt("Nota " + (contador + 1) + ":"));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notas[contador] = nota;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contador = contador + 1;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alert("Cargadas: " + notas.length);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"5":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alert("Saliendo...");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alert("Opción inválida.");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Ver notas y promedio (con for)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68096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— Paso 2 (agregado al switch)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1323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"2":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Recorremos el arreglo con for para mostrar cada nota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0; i &lt; notas.length;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alert("Alumno " + (i + 1) + ": " + notas[i]);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"3":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suma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FB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El for acumula la suma de todas las notas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0; i &lt; notas.length;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= suma + notas[i];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promedio = suma / notas.length;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alert("Promedio: " + promedio.toFixed(2));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95360" y="1051560"/>
            <a:ext cx="3017520" cy="525780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1280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Acumulación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0" y="1691640"/>
            <a:ext cx="265176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 (suma) arranca en 0 y se actualiza en cada vuelta del for.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patrón que usabas en PSeInt para sumar dentro de un Para.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Nota máxima (con for)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589520" cy="4617720"/>
          </a:xfrm>
          <a:prstGeom prst="roundRect">
            <a:avLst>
              <a:gd name="adj" fmla="val 2376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 — Paso 3 (agregado al switch)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70408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"4":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maxima = notas[0]; // suponemos que la primera es la más alta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(let i = 1; i &lt; notas.length;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(notas[i] &gt; maxima)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maxima = notas[i];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alert("La nota más alta es: " + maxima);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break;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03920" y="1051560"/>
            <a:ext cx="3108960" cy="46177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Resultado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0" y="1691640"/>
            <a:ext cx="27432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queda completo: un arreglo cargado con while, recorrido con for, y un if que compara para quedarse con el valor más alto. Sin una sola función.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Para producción: antes de calcular promedio/máxima conviene validar notas.length !== 0, para evitar dividir por cero.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resueltos paso a paso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patrón: prompt() para cargar, for para procesar, alert() para mostrar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73152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1 · Sumar solo los múltiplos de 3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49808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desafio1.js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69494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cantidad = Number(prompt("¿Cuántos números vas a cargar?"));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numeros = [];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contador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cantidad)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numeros[contador] = Number(prompt("Núm " + (contador + 1) + ":"));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contador + 1;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sumaMultiplos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numeros.length;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(numeros[i] % 3 === 0)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sumaMultiplos = sumaMultiplos + numeros[i];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alert("La suma de los múltiplos de 3 es: " + sumaMultiplos);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0" y="1051560"/>
            <a:ext cx="3200400" cy="5257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Pasos resueltos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1691640"/>
            <a:ext cx="28346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Cargar los números con while.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Recorrer el arreglo con for.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 if filtra los múltiplos de 3 (% 3 === 0).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Acumular con sumaMultiplos = sumaMultiplos + numeros[i].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2 · Encontrar el número más alto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49808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desafio2.js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69494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cantidad = Number(prompt("¿Cuántos números vas a cargar?"));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numeros = [];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contador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cantidad)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numeros[contador] = Number(prompt("Núm " + (contador + 1) + ":"));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contador + 1;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mayor = numeros[0];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 numeros.length;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(numeros[i] &gt; mayor)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mayor = numeros[i];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alert("El número más alto ingresado es: " + mayor);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0" y="1051560"/>
            <a:ext cx="3200400" cy="5257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Pasos resueltos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1691640"/>
            <a:ext cx="28346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Cargar el arreglo (patrón ya visto).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Suponer que numeros[0] es el mayor.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Recorrer desde el índice 1 (el 0 ya se usó como punto de partida).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Actualizar mayor si se encuentra un valor más alto.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3 · Contar positivos y negativos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7498080" cy="5257800"/>
          </a:xfrm>
          <a:prstGeom prst="roundRect">
            <a:avLst>
              <a:gd name="adj" fmla="val 2087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2161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950976" y="12161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2161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33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desafio3.js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69494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cantidad = Number(prompt("¿Cuántos números vas a cargar?"));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numeros = [];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contador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(contador &lt; cantidad)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numeros[contador] = Number(prompt("Núm " + (contador + 1) + ":"));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contador = contador + 1;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positivos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negativos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numeros.length; i++)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(numeros[i] &gt; 0) { positivos = positivos + 1;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(numeros[i] &lt; 0) { negativos = negativos + 1;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D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alert("Positivos: " + positivos + " | Negativos: " + negativos);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0" y="1051560"/>
            <a:ext cx="3200400" cy="52578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Pasos resueltos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1691640"/>
            <a:ext cx="2834640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Cargar el arreglo (mismo patrón de siempre).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Dos contadores en 0: positivos y negativos.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Dentro del for, dos if independientes evalúan cada número.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Cada if que se cumple suma 1 a su propio contador.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657600" cy="3657600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seguir programando!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sabés repetir con for y do-while, guardar y editar datos con arreglos, y combinarlos con while, switch e if para construir programas reales — todo con prompt() y alert(), sin necesitar funciones.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9692640" cy="1280160"/>
          </a:xfrm>
          <a:prstGeom prst="roundRect">
            <a:avLst>
              <a:gd name="adj" fmla="val 7143"/>
            </a:avLst>
          </a:prstGeom>
          <a:solidFill>
            <a:srgbClr val="16294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El patrón que no vas a olvidar: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5262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Cargar con while  →  Procesar con for  →  Mostrar con alert()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JavaScript · desde PSeInt · Parte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2026-08-26T09:24:17Z</dcterms:created>
  <dcterms:modified xsi:type="dcterms:W3CDTF">2026-08-26T09:24:17Z</dcterms:modified>
</cp:coreProperties>
</file>