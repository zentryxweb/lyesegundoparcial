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43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4E78"/>
                </a:solidFill>
              </a:rPr>
              <a:t>CRUD COMPLETO POR DNI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E5090"/>
                </a:solidFill>
              </a:rPr>
              <a:t>Modificar • Eliminar • Agregar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Ejemplos ejecutables con DNI cargados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8"/>
                </a:solidFill>
              </a:rPr>
              <a:t>Datos de ejemplo - Arreglo de alumnos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alumnos = [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"40111222", nombre: "Ana García", nota: 8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"40333444", nombre: "Juan Martínez", nota: 6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"41555666", nombre: "Carlos López", nota: 9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"42777888", nombre: "Marta Rodríguez", nota: 7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"43999000", nombre: "Pedro Fernández", nota: 5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633"/>
                </a:solidFill>
              </a:rPr>
              <a:t>MODIFICAR - Cambiar nota de un alumno por DNI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118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Ej: Cambiar nota a Ana (DNI 40111222) de 8 a 9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dniBuscado = "40111222";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encontrado = false;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dniBuscado)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nombreAnterior = alumnos[i].nombre;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notaAnterior = alumnos[i].nota;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alumnos[i].nota = 9;  // ← MODIFICAMOS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alert("✓ Nota modificada\n" +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nombreAnterior + ": " + notaAnterior +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 → " + alumnos[i].nota);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encontrado = true;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(!encontrado)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alert("❌ DNI no encontrado");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633"/>
                </a:solidFill>
              </a:rPr>
              <a:t>MODIFICAR - Versión interactiva con validación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7128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dniBuscado = prompt("DNI a modificar:");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encontrado = false;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dniBuscado)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nuevaNota = Number(prompt(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"Nueva nota para " + alumnos[i].nombre +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(actual: " + alumnos[i].nota + "):"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VALIDAR entre 0 y 10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(nuevaNota &lt; 0 || nuevaNota &gt; 10)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alert("❌ Nota inválida (0-10)");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nuevaNota = Number(prompt("Ingresá de nuevo:"));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alumnos[i].nota = nuevaNota;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alert("✓ Nota actualizada a: " + nuevaNota);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encontrado = true;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(!encontrado) alert("❌ DNI: " +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dniBuscado + " no existe");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0000"/>
                </a:solidFill>
              </a:rPr>
              <a:t>ELIMINAR - Quitar un alumno del arreglo por DNI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2298" y="882299"/>
            <a:ext cx="8229600" cy="33832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Ej: Eliminar a Juan Martínez (DNI 40333444)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dniEliminar = "40333444";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encontrado = false;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dniEliminar)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nombreEliminado = alumnos[i].nombre;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alumnos.splice(i, 1);  // ← ELIMINAMOS 1 elemento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alert("✓ Alumno eliminado: " + nombreEliminado +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"\nAhora hay " + alumnos.length + " alumnos");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encontrado = true;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  // Importante: salir después de splice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(!encontrado)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alert("❌ DNI no encontrado para eliminar");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Resultado: Juan (40333444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ya no está en el arreglo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0000"/>
                </a:solidFill>
              </a:rPr>
              <a:t>ELIMINAR - Versión interactiva con confirmación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1291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dniEliminar = prompt("DNI del alumno a eliminar:");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encontrado = false;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dniEliminar)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nombre = alumnos[i].nombre;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Pedir confirmación antes de eliminar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confirmar = confirm(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"¿Eliminar a " + nombre + "?\n" +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"Esta acción NO se puede deshacer."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(confirmar)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alumnos.splice(i, 1);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alert("✓ " + nombre + " fue eliminado\n" +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"Alumnos restantes: " + alumnos.length);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alert("⚠ Eliminación cancelada");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encontrado = true;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(!encontrado)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alert("❌ DNI: " + dniEliminar + " no existe");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6CC"/>
                </a:solidFill>
              </a:rPr>
              <a:t>AGREGAR - Insertar un alumno nuevo al arreglo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949106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Agregar nuevo alumno: Sofia Ruiz (DNI 44111222, nota 8)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dniNuevo = "44111222";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nombreNuevo = "Sofia Ruiz";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notaNuevo = 8;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Verificar que el DNI no exista ya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yaExiste = false;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dniNuevo)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yaExiste = true;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(yaExiste)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alert("❌ El DNI " + dniNuevo + " ya está registrado");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Crear el nuevo objeto y agregarlo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nuevoAlumno =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dni: dniNuevo,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nombre: nombreNuevo,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nota: notaNuevo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alumnos.push(nuevoAlumno);  // ← AGREGAMOS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alert("✓ Alumno agregado: " + nombreNuevo +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"\nAhora hay " + alumnos.length + " alumnos");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6CC"/>
                </a:solidFill>
              </a:rPr>
              <a:t>AGREGAR - Versión interactiva con prompt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90371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Cargar nuevo alumno desde prompt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dniNuevo = prompt("DNI del nuevo alumno:");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Verificar que no exista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yaExiste = false;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dniNuevo)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alert("❌ El DNI ya está registrado");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yaExiste = true;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(!yaExiste)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nombreNuevo = prompt("Nombre:");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notaNuevo = Number(prompt("Nota (0-10):"));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Validar nota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(notaNuevo &lt; 0 || notaNuevo &gt; 10)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alert("❌ Nota inválida (0-10)");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notaNuevo = Number(prompt("Nota (0-10):"));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alumnos.push({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dni: dniNuevo,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nombre: nombreNuevo,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nota: notaNuevo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alert("✓ Alumno " + nombreNuevo + " agregado");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alert("Total de alumnos: " + alumnos.length);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</a:rPr>
              <a:t>BONUS: Ver todos los alumnos (después de CRUD)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19"/>
            <a:ext cx="8229600" cy="37026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Mostrar todos los alumnos actuales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listado = "=== ALUMNOS REGISTRADOS ===\n\n";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listado += (i + 1) + ". " + alumnos[i].nombre +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"\n   DNI: " + alumnos[i].dni +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 | Nota: " + alumnos[i].nota + "\n\n";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listado += "Total: " + alumnos.length + " alumnos";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alert(listado);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mostrar en consola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console.log("Alumnos actuales:");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console.log(alumnos[i]);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8"/>
                </a:solidFill>
              </a:rPr>
              <a:t>RESUMEN - Los 4 patrones CRUD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 (Agregar)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1752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alumnos.push({ dni, nombre, nota })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solidFill>
            <a:srgbClr val="0099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 (Ver todos)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9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 &lt; alumnos.length; i++)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 (Modificar)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468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alumnos[i].nota = nuevaNota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 (Eliminar)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063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alumnos.splice(i, 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Siempre busca por DNI y valida antes de modificar o eliminar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1274</Words>
  <Application>Microsoft Office PowerPoint</Application>
  <PresentationFormat>Presentación en pantalla 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ZEBALLOS, Nicolas</cp:lastModifiedBy>
  <cp:revision>2</cp:revision>
  <dcterms:created xsi:type="dcterms:W3CDTF">2026-08-26T14:27:04Z</dcterms:created>
  <dcterms:modified xsi:type="dcterms:W3CDTF">2026-08-26T14:52:25Z</dcterms:modified>
</cp:coreProperties>
</file>